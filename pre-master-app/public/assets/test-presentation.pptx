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基于深度学习的图像识别研究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ResNet-50 + Attention 机制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答辩人：张三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指导教师：李教授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2026年8月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5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</a:t>
            </a:r>
            <a:endParaRPr lang="en-US" sz="2800" dirty="0"/>
          </a:p>
        </p:txBody>
      </p:sp>
      <p:pic>
        <p:nvPicPr>
          <p:cNvPr id="3" name="Image 0" descr="/Users/gippertx/zhili-cup/pre-master-app/public/assets/ppt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114800"/>
            <a:ext cx="7460615" cy="955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图像识别是计算机视觉的核心任务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传统方法依赖手工特征提取，泛化能力有限
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深度学习通过端到端学习自动提取特征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5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</a:t>
            </a:r>
            <a:endParaRPr lang="en-US" sz="2800" dirty="0"/>
          </a:p>
        </p:txBody>
      </p:sp>
      <p:pic>
        <p:nvPicPr>
          <p:cNvPr id="3" name="Image 0" descr="/Users/gippertx/zhili-cup/pre-master-app/public/assets/ppt-mod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680460"/>
            <a:ext cx="7477760" cy="1346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模型架构：ResNet-50 + CBAM Attention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数据集：ImageNet + 自建数据集 (10万张)
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训练策略：迁移学习 + 数据增强
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评估指标：Accuracy / Precision / Recall / F1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5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</a:t>
            </a:r>
            <a:endParaRPr lang="en-US" sz="2800" dirty="0"/>
          </a:p>
        </p:txBody>
      </p:sp>
      <p:pic>
        <p:nvPicPr>
          <p:cNvPr id="3" name="Image 0" descr="/Users/gippertx/zhili-cup/pre-master-app/public/assets/ppt-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BB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Top-1 准确率：94.7%（提升 3.2%）    Top-5：99.1%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推理速度：45ms/张（GPU）    参数量：25.6M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5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800" dirty="0"/>
          </a:p>
        </p:txBody>
      </p:sp>
      <p:pic>
        <p:nvPicPr>
          <p:cNvPr id="3" name="Image 0" descr="/Users/gippertx/zhili-cup/pre-master-app/public/assets/ppt-concl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657600"/>
            <a:ext cx="77724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 Attention 的改进 ResNet 架构，达到 SOTA 水平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未来方向：轻量化部署 · 多模态融合 · 视频理解
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应用前景：医疗影像 · 自动驾驶 · 安防监控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WPS 演示</Application>
  <PresentationFormat>On-screen Show (16:9)</PresentationFormat>
  <Paragraphs>28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基于深度学习的图像识别研究</dc:title>
  <dc:creator>张三</dc:creator>
  <dc:subject>PptxGenJS Presentation</dc:subject>
  <cp:lastModifiedBy>杨昕悦(2025013220)</cp:lastModifiedBy>
  <cp:revision>2</cp:revision>
  <dcterms:created xsi:type="dcterms:W3CDTF">2026-08-27T04:17:00Z</dcterms:created>
  <dcterms:modified xsi:type="dcterms:W3CDTF">2026-08-28T11:02:18Z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038088A403ED45698E81107C5120DC49_12</vt:lpwstr>
  </property>
</Properties>
</file>